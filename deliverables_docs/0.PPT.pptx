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 Tans Bank – AI Powered KYC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Project Brief &amp; Summary</a:t>
            </a:r>
          </a:p>
          <a:p>
            <a:r>
              <a:t>TCS AI Hackathon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Manual KYC is slow, costly, error-prone</a:t>
            </a:r>
          </a:p>
          <a:p>
            <a:r>
              <a:t>Requires branch visits</a:t>
            </a:r>
          </a:p>
          <a:p>
            <a:r>
              <a:t>High fraud risk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AI-powered digital KYC portal</a:t>
            </a:r>
          </a:p>
          <a:p>
            <a:r>
              <a:t>Fully online &amp; automated</a:t>
            </a:r>
          </a:p>
          <a:p>
            <a:r>
              <a:t>Real-time validation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Faster onboarding</a:t>
            </a:r>
          </a:p>
          <a:p>
            <a:r>
              <a:t>Fraud prevention</a:t>
            </a:r>
          </a:p>
          <a:p>
            <a:r>
              <a:t>Improved customer experience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Web-based Streamlit application</a:t>
            </a:r>
          </a:p>
          <a:p>
            <a:r>
              <a:t>AI-driven validation</a:t>
            </a:r>
          </a:p>
          <a:p>
            <a:r>
              <a:t>Admin monitoring dashboard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 Journey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Register → Login</a:t>
            </a:r>
          </a:p>
          <a:p>
            <a:r>
              <a:t>Upload documents</a:t>
            </a:r>
          </a:p>
          <a:p>
            <a:r>
              <a:t>AI validation</a:t>
            </a:r>
          </a:p>
          <a:p>
            <a:r>
              <a:t>Status notification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registration &amp; authentication</a:t>
            </a:r>
          </a:p>
          <a:p>
            <a:r>
              <a:t>Secure document upload</a:t>
            </a:r>
          </a:p>
          <a:p>
            <a:r>
              <a:t>AI-based verification</a:t>
            </a:r>
          </a:p>
          <a:p>
            <a:r>
              <a:t>Admin review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Validation Layers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Face detection</a:t>
            </a:r>
          </a:p>
          <a:p>
            <a:r>
              <a:t>Liveness detection</a:t>
            </a:r>
          </a:p>
          <a:p>
            <a:r>
              <a:t>OCR validation</a:t>
            </a:r>
          </a:p>
          <a:p>
            <a:r>
              <a:t>Face matching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Scoring Mechanism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Weighted scoring model</a:t>
            </a:r>
          </a:p>
          <a:p>
            <a:r>
              <a:t>Approval threshold ≥ 70%</a:t>
            </a:r>
          </a:p>
          <a:p>
            <a:r>
              <a:t>Critical checks enforced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Frontend: Streamlit</a:t>
            </a:r>
          </a:p>
          <a:p>
            <a:r>
              <a:t>Backend: Python</a:t>
            </a:r>
          </a:p>
          <a:p>
            <a:r>
              <a:t>Database: PostgreSQL</a:t>
            </a:r>
          </a:p>
          <a:p>
            <a:r>
              <a:t>AI: OpenCV, GPT-4 Vision, Tesseract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Users</a:t>
            </a:r>
          </a:p>
          <a:p>
            <a:r>
              <a:t>Customers</a:t>
            </a:r>
          </a:p>
          <a:p>
            <a:r>
              <a:t>KYC Applications</a:t>
            </a:r>
          </a:p>
          <a:p>
            <a:r>
              <a:t>Documents</a:t>
            </a:r>
          </a:p>
          <a:p>
            <a:r>
              <a:t>Audit Logs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&amp; Compliance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SHA-256 password hashing</a:t>
            </a:r>
          </a:p>
          <a:p>
            <a:r>
              <a:t>Role-based access</a:t>
            </a:r>
          </a:p>
          <a:p>
            <a:r>
              <a:t>Audit trail</a:t>
            </a:r>
          </a:p>
          <a:p>
            <a:r>
              <a:t>Input validation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Admin Capabilities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Review applications</a:t>
            </a:r>
          </a:p>
          <a:p>
            <a:r>
              <a:t>Approve / Reject</a:t>
            </a:r>
          </a:p>
          <a:p>
            <a:r>
              <a:t>Fraud alerts</a:t>
            </a:r>
          </a:p>
          <a:p>
            <a:r>
              <a:t>Reports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90% faster processing</a:t>
            </a:r>
          </a:p>
          <a:p>
            <a:r>
              <a:t>60% cost reduction</a:t>
            </a:r>
          </a:p>
          <a:p>
            <a:r>
              <a:t>Improved fraud detection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Scalable, secure &amp; AI-driven KYC</a:t>
            </a:r>
          </a:p>
          <a:p>
            <a:r>
              <a:t>Ready for real-world banking use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High-Level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→ Streamlit UI</a:t>
            </a:r>
          </a:p>
          <a:p>
            <a:r>
              <a:t>Application Layer</a:t>
            </a:r>
          </a:p>
          <a:p>
            <a:r>
              <a:t>AI &amp; OCR Services</a:t>
            </a:r>
          </a:p>
          <a:p>
            <a:r>
              <a:t>PostgreSQL Database</a:t>
            </a:r>
          </a:p>
          <a:p>
            <a:r>
              <a:t>External APIs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Detailed Architecture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 → Backend Services</a:t>
            </a:r>
          </a:p>
          <a:p>
            <a:r>
              <a:t>AI Validation Engine</a:t>
            </a:r>
          </a:p>
          <a:p>
            <a:r>
              <a:t>OCR Processing</a:t>
            </a:r>
          </a:p>
          <a:p>
            <a:r>
              <a:t>Database &amp; File Storage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Walkthrough (Suggested)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Landing Page</a:t>
            </a:r>
          </a:p>
          <a:p>
            <a:r>
              <a:t>Registration</a:t>
            </a:r>
          </a:p>
          <a:p>
            <a:r>
              <a:t>KYC Upload</a:t>
            </a:r>
          </a:p>
          <a:p>
            <a:r>
              <a:t>AI Validation</a:t>
            </a:r>
          </a:p>
          <a:p>
            <a:r>
              <a:t>Status Check</a:t>
            </a:r>
          </a:p>
          <a:p>
            <a:r>
              <a:t>Admin Review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Cloud deployment</a:t>
            </a:r>
          </a:p>
          <a:p>
            <a:r>
              <a:t>Mobile app</a:t>
            </a:r>
          </a:p>
          <a:p>
            <a:r>
              <a:t>Deep learning face recognition</a:t>
            </a:r>
          </a:p>
          <a:p>
            <a:r>
              <a:t>Govt API integrations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Powered KYC System</a:t>
            </a:r>
          </a:p>
          <a:p>
            <a:r>
              <a:t>Ti Tans Bank</a:t>
            </a:r>
          </a:p>
          <a:p>
            <a:r>
              <a:t>TCS AI Hackathon 2025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System Architecture Overview</a:t>
            </a:r>
          </a:p>
        </p:txBody>
      </p:sp>
      <p:pic>
        <p:nvPicPr>
          <p:cNvPr id="3" name="Picture 2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5486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