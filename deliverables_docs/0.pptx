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179388" y="692150"/>
            <a:ext cx="8913812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88" y="549275"/>
            <a:ext cx="9144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1908175" y="2492375"/>
            <a:ext cx="5545138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755650" y="620713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88" y="333375"/>
            <a:ext cx="9144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5797550" y="4438650"/>
            <a:ext cx="3340100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 Tans Bank – AI Powered KYC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Brief &amp; Summary</a:t>
            </a:r>
          </a:p>
          <a:p>
            <a:r>
              <a:t>TCS AI Hackathon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KYC is slow, costly, error-prone</a:t>
            </a:r>
          </a:p>
          <a:p>
            <a:r>
              <a:t>Requires branch visits</a:t>
            </a:r>
          </a:p>
          <a:p>
            <a:r>
              <a:t>High fraud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digital KYC portal</a:t>
            </a:r>
          </a:p>
          <a:p>
            <a:r>
              <a:t>Fully online &amp; automated</a:t>
            </a:r>
          </a:p>
          <a:p>
            <a:r>
              <a:t>Real-time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onboarding</a:t>
            </a:r>
          </a:p>
          <a:p>
            <a:r>
              <a:t>Fraud prevention</a:t>
            </a:r>
          </a:p>
          <a:p>
            <a:r>
              <a:t>Improved customer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Streamlit application</a:t>
            </a:r>
          </a:p>
          <a:p>
            <a:r>
              <a:t>AI-driven validation</a:t>
            </a:r>
          </a:p>
          <a:p>
            <a:r>
              <a:t>Admin monitoring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 → Login</a:t>
            </a:r>
          </a:p>
          <a:p>
            <a:r>
              <a:t>Upload documents</a:t>
            </a:r>
          </a:p>
          <a:p>
            <a:r>
              <a:t>AI validation</a:t>
            </a:r>
          </a:p>
          <a:p>
            <a:r>
              <a:t>Status notification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registration &amp; authentication</a:t>
            </a:r>
          </a:p>
          <a:p>
            <a:r>
              <a:t>Secure document upload</a:t>
            </a:r>
          </a:p>
          <a:p>
            <a:r>
              <a:t>AI-based verification</a:t>
            </a:r>
          </a:p>
          <a:p>
            <a:r>
              <a:t>Admin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Validation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 detection</a:t>
            </a:r>
          </a:p>
          <a:p>
            <a:r>
              <a:t>Liveness detection</a:t>
            </a:r>
          </a:p>
          <a:p>
            <a:r>
              <a:t>OCR validation</a:t>
            </a:r>
          </a:p>
          <a:p>
            <a:r>
              <a:t>Face matching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Weighted scoring model</a:t>
            </a:r>
          </a:p>
          <a:p>
            <a:r>
              <a:t>Approval threshold ≥ 70%</a:t>
            </a:r>
          </a:p>
          <a:p>
            <a:r>
              <a:t>Critical checks enforced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Streamlit</a:t>
            </a:r>
          </a:p>
          <a:p>
            <a:r>
              <a:t>Backend: Python</a:t>
            </a:r>
          </a:p>
          <a:p>
            <a:r>
              <a:t>Database: PostgreSQL</a:t>
            </a:r>
          </a:p>
          <a:p>
            <a:r>
              <a:t>AI: OpenCV, GPT-4 Vision, Tesseract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</a:t>
            </a:r>
          </a:p>
          <a:p>
            <a:r>
              <a:t>Customers</a:t>
            </a:r>
          </a:p>
          <a:p>
            <a:r>
              <a:t>KYC Applications</a:t>
            </a:r>
          </a:p>
          <a:p>
            <a:r>
              <a:t>Documents</a:t>
            </a:r>
          </a:p>
          <a:p>
            <a:r>
              <a:t>Audit Logs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SHA-256 password hashing</a:t>
            </a:r>
          </a:p>
          <a:p>
            <a:r>
              <a:t>Role-based access</a:t>
            </a:r>
          </a:p>
          <a:p>
            <a:r>
              <a:t>Audit trail</a:t>
            </a:r>
          </a:p>
          <a:p>
            <a:r>
              <a:t>Input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applications</a:t>
            </a:r>
          </a:p>
          <a:p>
            <a:r>
              <a:t>Approve / Reject</a:t>
            </a:r>
          </a:p>
          <a:p>
            <a:r>
              <a:t>Fraud alerts</a:t>
            </a:r>
          </a:p>
          <a:p>
            <a:r>
              <a:t>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90% faster processing</a:t>
            </a:r>
          </a:p>
          <a:p>
            <a:r>
              <a:t>60% cost reduction</a:t>
            </a:r>
          </a:p>
          <a:p>
            <a:r>
              <a:t>Improved fraud detection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Scalable, secure &amp; AI-driven KYC</a:t>
            </a:r>
          </a:p>
          <a:p>
            <a:r>
              <a:t>Ready for real-world banking use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Streamlit UI</a:t>
            </a:r>
          </a:p>
          <a:p>
            <a:r>
              <a:t>Application Layer</a:t>
            </a:r>
          </a:p>
          <a:p>
            <a:r>
              <a:t>AI &amp; OCR Services</a:t>
            </a:r>
          </a:p>
          <a:p>
            <a:r>
              <a:t>PostgreSQL Database</a:t>
            </a:r>
          </a:p>
          <a:p>
            <a:r>
              <a:t>External APIs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→ Backend Services</a:t>
            </a:r>
          </a:p>
          <a:p>
            <a:r>
              <a:t>AI Validation Engine</a:t>
            </a:r>
          </a:p>
          <a:p>
            <a:r>
              <a:t>OCR Processing</a:t>
            </a:r>
          </a:p>
          <a:p>
            <a:r>
              <a:t>Database &amp; File Storage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Walkthrough (Suggested)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Landing Page</a:t>
            </a:r>
          </a:p>
          <a:p>
            <a:r>
              <a:t>Registration</a:t>
            </a:r>
          </a:p>
          <a:p>
            <a:r>
              <a:t>KYC Upload</a:t>
            </a:r>
          </a:p>
          <a:p>
            <a:r>
              <a:t>AI Validation</a:t>
            </a:r>
          </a:p>
          <a:p>
            <a:r>
              <a:t>Status Check</a:t>
            </a:r>
          </a:p>
          <a:p>
            <a:r>
              <a:t>Admin Review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deployment</a:t>
            </a:r>
          </a:p>
          <a:p>
            <a:r>
              <a:t>Mobile app</a:t>
            </a:r>
          </a:p>
          <a:p>
            <a:r>
              <a:t>Deep learning face recognition</a:t>
            </a:r>
          </a:p>
          <a:p>
            <a:r>
              <a:t>Govt API integrations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Powered KYC System</a:t>
            </a:r>
          </a:p>
          <a:p>
            <a:r>
              <a:t>Ti Tans Bank</a:t>
            </a:r>
          </a:p>
          <a:p>
            <a:r>
              <a:t>TCS AI Hackathon 2025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System Architecture Overview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1762</Words>
  <Application>WPS Presentation</Application>
  <PresentationFormat>On-screen Show (4:3)</PresentationFormat>
  <Paragraphs>135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Business Cooperate</vt:lpstr>
      <vt:lpstr>Ti Tans Bank – AI Powered KYC System</vt:lpstr>
      <vt:lpstr>Problem Statement</vt:lpstr>
      <vt:lpstr>Proposed Solution</vt:lpstr>
      <vt:lpstr>Project Objective</vt:lpstr>
      <vt:lpstr>System Overview</vt:lpstr>
      <vt:lpstr>User Journey</vt:lpstr>
      <vt:lpstr>Key Features</vt:lpstr>
      <vt:lpstr>AI Validation Layers</vt:lpstr>
      <vt:lpstr>Scoring Mechanism</vt:lpstr>
      <vt:lpstr>Technology Stack</vt:lpstr>
      <vt:lpstr>Database Design</vt:lpstr>
      <vt:lpstr>Security &amp; Compliance</vt:lpstr>
      <vt:lpstr>Admin Capabilities</vt:lpstr>
      <vt:lpstr>Business Impact</vt:lpstr>
      <vt:lpstr>Conclusion</vt:lpstr>
      <vt:lpstr>High-Level Architecture</vt:lpstr>
      <vt:lpstr>Detailed Architecture Flow</vt:lpstr>
      <vt:lpstr>Demo Walkthrough (Suggested)</vt:lpstr>
      <vt:lpstr>Future Enhancements</vt:lpstr>
      <vt:lpstr>Thank You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abhi</cp:lastModifiedBy>
  <cp:revision>3</cp:revision>
  <dcterms:created xsi:type="dcterms:W3CDTF">2013-01-27T09:14:00Z</dcterms:created>
  <dcterms:modified xsi:type="dcterms:W3CDTF">2025-12-24T08:20:57Z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2F034569D5B44BE0A2BD308474377C9E_12</vt:lpwstr>
  </property>
  <property fmtid="{D5CDD505-2E9C-101B-9397-08002B2CF9AE}" pid="3" name="KSOProductBuildVer">
    <vt:lpwstr>2057-12.2.0.23158</vt:lpwstr>
  </property>
</Properties>
</file>